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0.041</c:v>
                </c:pt>
                <c:pt idx="1">
                  <c:v>0.083</c:v>
                </c:pt>
                <c:pt idx="2">
                  <c:v>0.132</c:v>
                </c:pt>
                <c:pt idx="3">
                  <c:v>0.19</c:v>
                </c:pt>
                <c:pt idx="4">
                  <c:v>0.254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</c:v>
                </c:pt>
                <c:pt idx="1">
                  <c:v>0.164</c:v>
                </c:pt>
                <c:pt idx="2">
                  <c:v>0.268</c:v>
                </c:pt>
                <c:pt idx="3">
                  <c:v>0.394</c:v>
                </c:pt>
                <c:pt idx="4">
                  <c:v>0.541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0.257</c:v>
                </c:pt>
                <c:pt idx="2">
                  <c:v>0.436</c:v>
                </c:pt>
                <c:pt idx="3">
                  <c:v>0.663</c:v>
                </c:pt>
                <c:pt idx="4">
                  <c:v>0.939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0.117604700928</c:v>
                </c:pt>
                <c:pt idx="1">
                  <c:v>0.1116598239936</c:v>
                </c:pt>
                <c:pt idx="2">
                  <c:v>0.0999098800128</c:v>
                </c:pt>
                <c:pt idx="3">
                  <c:v>0.0671012843904</c:v>
                </c:pt>
                <c:pt idx="4">
                  <c:v>0.046127999232</c:v>
                </c:pt>
                <c:pt idx="5">
                  <c:v>0.0428970862656</c:v>
                </c:pt>
                <c:pt idx="6">
                  <c:v>0.0340064488512</c:v>
                </c:pt>
                <c:pt idx="7">
                  <c:v>0.019420587648</c:v>
                </c:pt>
                <c:pt idx="8">
                  <c:v>0.0024526805184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0.54Q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0.54Q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