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0.109</c:v>
                </c:pt>
                <c:pt idx="1">
                  <c:v>0.21</c:v>
                </c:pt>
                <c:pt idx="2">
                  <c:v>0.33</c:v>
                </c:pt>
                <c:pt idx="3">
                  <c:v>0.46</c:v>
                </c:pt>
                <c:pt idx="4">
                  <c:v>0.603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</c:v>
                </c:pt>
                <c:pt idx="1">
                  <c:v>0.397</c:v>
                </c:pt>
                <c:pt idx="2">
                  <c:v>0.638</c:v>
                </c:pt>
                <c:pt idx="3">
                  <c:v>0.909</c:v>
                </c:pt>
                <c:pt idx="4">
                  <c:v>1.219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0.294</c:v>
                </c:pt>
                <c:pt idx="1">
                  <c:v>0.606</c:v>
                </c:pt>
                <c:pt idx="2">
                  <c:v>1.007</c:v>
                </c:pt>
                <c:pt idx="3">
                  <c:v>1.484</c:v>
                </c:pt>
                <c:pt idx="4">
                  <c:v>2.054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0.483970158144</c:v>
                </c:pt>
                <c:pt idx="1">
                  <c:v>0.2359450944</c:v>
                </c:pt>
                <c:pt idx="2">
                  <c:v>0.2305701679392</c:v>
                </c:pt>
                <c:pt idx="3">
                  <c:v>0.1434707686656</c:v>
                </c:pt>
                <c:pt idx="4">
                  <c:v>0.0362307838464</c:v>
                </c:pt>
                <c:pt idx="5">
                  <c:v>0.0317531500704</c:v>
                </c:pt>
                <c:pt idx="6">
                  <c:v>0.0251741931264</c:v>
                </c:pt>
                <c:pt idx="7">
                  <c:v>0.0226438101504</c:v>
                </c:pt>
                <c:pt idx="8">
                  <c:v>0.0088044739776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1.22Q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1.22Q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Microsoft, Meta, Tencent.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6.1x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weighted by H200/B200/GB200/purpose-built mix and workload fit.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InferenceX, MLPerf, and serving-stack docs calibrate the 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workload shape, and accelerator replacement.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InferenceX, MLPerf, and serving-stack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source registry, provenance trace,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