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0.114</c:v>
                </c:pt>
                <c:pt idx="1">
                  <c:v>0.221</c:v>
                </c:pt>
                <c:pt idx="2">
                  <c:v>0.346</c:v>
                </c:pt>
                <c:pt idx="3">
                  <c:v>0.479</c:v>
                </c:pt>
                <c:pt idx="4">
                  <c:v>0.626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0.21</c:v>
                </c:pt>
                <c:pt idx="1">
                  <c:v>0.418</c:v>
                </c:pt>
                <c:pt idx="2">
                  <c:v>0.671</c:v>
                </c:pt>
                <c:pt idx="3">
                  <c:v>0.951</c:v>
                </c:pt>
                <c:pt idx="4">
                  <c:v>1.268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0.309</c:v>
                </c:pt>
                <c:pt idx="1">
                  <c:v>0.639</c:v>
                </c:pt>
                <c:pt idx="2">
                  <c:v>1.062</c:v>
                </c:pt>
                <c:pt idx="3">
                  <c:v>1.555</c:v>
                </c:pt>
                <c:pt idx="4">
                  <c:v>2.14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OpenAI</c:v>
                </c:pt>
                <c:pt idx="5">
                  <c:v>Google</c:v>
                </c:pt>
                <c:pt idx="6">
                  <c:v>Anthropic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0.4936059624672</c:v>
                </c:pt>
                <c:pt idx="1">
                  <c:v>0.240019987968</c:v>
                </c:pt>
                <c:pt idx="2">
                  <c:v>0.2305701679392</c:v>
                </c:pt>
                <c:pt idx="3">
                  <c:v>0.1743765496128</c:v>
                </c:pt>
                <c:pt idx="4">
                  <c:v>0.0414590596992</c:v>
                </c:pt>
                <c:pt idx="5">
                  <c:v>0.0323625925152</c:v>
                </c:pt>
                <c:pt idx="6">
                  <c:v>0.02410147872</c:v>
                </c:pt>
                <c:pt idx="7">
                  <c:v>0.0226438101504</c:v>
                </c:pt>
                <c:pt idx="8">
                  <c:v>0.0088044739776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1.27Q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1.27Q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Microsoft, Meta, Tencent.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6.0x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