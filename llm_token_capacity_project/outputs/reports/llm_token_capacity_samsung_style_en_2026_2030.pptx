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0.043</c:v>
                </c:pt>
                <c:pt idx="1">
                  <c:v>0.086</c:v>
                </c:pt>
                <c:pt idx="2">
                  <c:v>0.139</c:v>
                </c:pt>
                <c:pt idx="3">
                  <c:v>0.2</c:v>
                </c:pt>
                <c:pt idx="4">
                  <c:v>0.271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0.077</c:v>
                </c:pt>
                <c:pt idx="1">
                  <c:v>0.16</c:v>
                </c:pt>
                <c:pt idx="2">
                  <c:v>0.264</c:v>
                </c:pt>
                <c:pt idx="3">
                  <c:v>0.391</c:v>
                </c:pt>
                <c:pt idx="4">
                  <c:v>0.54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0.111</c:v>
                </c:pt>
                <c:pt idx="1">
                  <c:v>0.24</c:v>
                </c:pt>
                <c:pt idx="2">
                  <c:v>0.411</c:v>
                </c:pt>
                <c:pt idx="3">
                  <c:v>0.629</c:v>
                </c:pt>
                <c:pt idx="4">
                  <c:v>0.898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0.1934722988352</c:v>
                </c:pt>
                <c:pt idx="1">
                  <c:v>0.108158823936</c:v>
                </c:pt>
                <c:pt idx="2">
                  <c:v>0.091018996272</c:v>
                </c:pt>
                <c:pt idx="3">
                  <c:v>0.0661481787744</c:v>
                </c:pt>
                <c:pt idx="4">
                  <c:v>0.0437791606272</c:v>
                </c:pt>
                <c:pt idx="5">
                  <c:v>0.0135126104256</c:v>
                </c:pt>
                <c:pt idx="6">
                  <c:v>0.0130566419424</c:v>
                </c:pt>
                <c:pt idx="7">
                  <c:v>0.0068914084608</c:v>
                </c:pt>
                <c:pt idx="8">
                  <c:v>0.0036246867552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0.54Q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0.54Q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Microsoft, Meta, Tencent.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7.0x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