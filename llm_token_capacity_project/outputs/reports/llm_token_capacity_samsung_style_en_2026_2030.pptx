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0.155</c:v>
                </c:pt>
                <c:pt idx="1">
                  <c:v>0.306</c:v>
                </c:pt>
                <c:pt idx="2">
                  <c:v>0.473</c:v>
                </c:pt>
                <c:pt idx="3">
                  <c:v>0.656</c:v>
                </c:pt>
                <c:pt idx="4">
                  <c:v>0.853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0.201</c:v>
                </c:pt>
                <c:pt idx="1">
                  <c:v>0.404</c:v>
                </c:pt>
                <c:pt idx="2">
                  <c:v>0.638</c:v>
                </c:pt>
                <c:pt idx="3">
                  <c:v>0.903</c:v>
                </c:pt>
                <c:pt idx="4">
                  <c:v>1.199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0.231</c:v>
                </c:pt>
                <c:pt idx="1">
                  <c:v>0.48</c:v>
                </c:pt>
                <c:pt idx="2">
                  <c:v>0.783</c:v>
                </c:pt>
                <c:pt idx="3">
                  <c:v>1.143</c:v>
                </c:pt>
                <c:pt idx="4">
                  <c:v>1.565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Tencent</c:v>
                </c:pt>
                <c:pt idx="5">
                  <c:v>Meta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0.304530475392</c:v>
                </c:pt>
                <c:pt idx="1">
                  <c:v>0.228679713216</c:v>
                </c:pt>
                <c:pt idx="2">
                  <c:v>0.208761841728</c:v>
                </c:pt>
                <c:pt idx="3">
                  <c:v>0.185774864256</c:v>
                </c:pt>
                <c:pt idx="4">
                  <c:v>0.082114243776</c:v>
                </c:pt>
                <c:pt idx="5">
                  <c:v>0.08016026112</c:v>
                </c:pt>
                <c:pt idx="6">
                  <c:v>0.076351840704</c:v>
                </c:pt>
                <c:pt idx="7">
                  <c:v>0.027055767744</c:v>
                </c:pt>
                <c:pt idx="8">
                  <c:v>0.005694666768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1.20Q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1.20Q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OpenAI, Google, Microsoft.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operational deployment speed and inference power allocation; TPS/MW remains a selected benchmark proxy.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OpenAI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selected output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selected from a fixed-condition InferenceX proxy table.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 calibrates the serving-efficiency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and workload shape.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72,091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1,048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 benchmark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appendix: formula assumptions, token definitions, scenario sensitivity, InferenceX raw benchmark tables, source registry, and company-year forecast rows.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