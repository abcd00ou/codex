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0.046</c:v>
                </c:pt>
                <c:pt idx="1">
                  <c:v>0.092</c:v>
                </c:pt>
                <c:pt idx="2">
                  <c:v>0.149</c:v>
                </c:pt>
                <c:pt idx="3">
                  <c:v>0.215</c:v>
                </c:pt>
                <c:pt idx="4">
                  <c:v>0.291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0.083</c:v>
                </c:pt>
                <c:pt idx="1">
                  <c:v>0.172</c:v>
                </c:pt>
                <c:pt idx="2">
                  <c:v>0.285</c:v>
                </c:pt>
                <c:pt idx="3">
                  <c:v>0.421</c:v>
                </c:pt>
                <c:pt idx="4">
                  <c:v>0.582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0.26</c:v>
                </c:pt>
                <c:pt idx="2">
                  <c:v>0.445</c:v>
                </c:pt>
                <c:pt idx="3">
                  <c:v>0.68</c:v>
                </c:pt>
                <c:pt idx="4">
                  <c:v>0.971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0.2154517006752</c:v>
                </c:pt>
                <c:pt idx="1">
                  <c:v>0.111140957952</c:v>
                </c:pt>
                <c:pt idx="2">
                  <c:v>0.0943886774016</c:v>
                </c:pt>
                <c:pt idx="3">
                  <c:v>0.0718923135168</c:v>
                </c:pt>
                <c:pt idx="4">
                  <c:v>0.0468196402176</c:v>
                </c:pt>
                <c:pt idx="5">
                  <c:v>0.015656262336</c:v>
                </c:pt>
                <c:pt idx="6">
                  <c:v>0.0142748959392</c:v>
                </c:pt>
                <c:pt idx="7">
                  <c:v>0.00854635104</c:v>
                </c:pt>
                <c:pt idx="8">
                  <c:v>0.0040192552512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0.58Q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0.58Q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7.0x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