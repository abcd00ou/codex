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0.051</c:v>
                </c:pt>
                <c:pt idx="1">
                  <c:v>0.101</c:v>
                </c:pt>
                <c:pt idx="2">
                  <c:v>0.161</c:v>
                </c:pt>
                <c:pt idx="3">
                  <c:v>0.23</c:v>
                </c:pt>
                <c:pt idx="4">
                  <c:v>0.308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0.098</c:v>
                </c:pt>
                <c:pt idx="1">
                  <c:v>0.201</c:v>
                </c:pt>
                <c:pt idx="2">
                  <c:v>0.328</c:v>
                </c:pt>
                <c:pt idx="3">
                  <c:v>0.481</c:v>
                </c:pt>
                <c:pt idx="4">
                  <c:v>0.658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0.148</c:v>
                </c:pt>
                <c:pt idx="1">
                  <c:v>0.316</c:v>
                </c:pt>
                <c:pt idx="2">
                  <c:v>0.535</c:v>
                </c:pt>
                <c:pt idx="3">
                  <c:v>0.81</c:v>
                </c:pt>
                <c:pt idx="4">
                  <c:v>1.145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0.1445198616576</c:v>
                </c:pt>
                <c:pt idx="1">
                  <c:v>0.1362573879264</c:v>
                </c:pt>
                <c:pt idx="2">
                  <c:v>0.121637595024</c:v>
                </c:pt>
                <c:pt idx="3">
                  <c:v>0.0920171650176</c:v>
                </c:pt>
                <c:pt idx="4">
                  <c:v>0.051255410688</c:v>
                </c:pt>
                <c:pt idx="5">
                  <c:v>0.0467623253952</c:v>
                </c:pt>
                <c:pt idx="6">
                  <c:v>0.039857379696</c:v>
                </c:pt>
                <c:pt idx="7">
                  <c:v>0.0230393503872</c:v>
                </c:pt>
                <c:pt idx="8">
                  <c:v>0.0030995703648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0.66Q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0.66Q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6.7x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 calibrates the serving-efficiency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and workload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76,406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338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1,613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 benchmark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