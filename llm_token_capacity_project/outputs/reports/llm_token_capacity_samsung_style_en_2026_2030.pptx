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0.063</c:v>
                </c:pt>
                <c:pt idx="1">
                  <c:v>0.121</c:v>
                </c:pt>
                <c:pt idx="2">
                  <c:v>0.185</c:v>
                </c:pt>
                <c:pt idx="3">
                  <c:v>0.255</c:v>
                </c:pt>
                <c:pt idx="4">
                  <c:v>0.33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0.121</c:v>
                </c:pt>
                <c:pt idx="1">
                  <c:v>0.239</c:v>
                </c:pt>
                <c:pt idx="2">
                  <c:v>0.375</c:v>
                </c:pt>
                <c:pt idx="3">
                  <c:v>0.529</c:v>
                </c:pt>
                <c:pt idx="4">
                  <c:v>0.7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0.182</c:v>
                </c:pt>
                <c:pt idx="1">
                  <c:v>0.374</c:v>
                </c:pt>
                <c:pt idx="2">
                  <c:v>0.608</c:v>
                </c:pt>
                <c:pt idx="3">
                  <c:v>0.887</c:v>
                </c:pt>
                <c:pt idx="4">
                  <c:v>1.212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0.152265237696</c:v>
                </c:pt>
                <c:pt idx="1">
                  <c:v>0.1372078279296</c:v>
                </c:pt>
                <c:pt idx="2">
                  <c:v>0.1252571050368</c:v>
                </c:pt>
                <c:pt idx="3">
                  <c:v>0.092887432128</c:v>
                </c:pt>
                <c:pt idx="4">
                  <c:v>0.072144235008</c:v>
                </c:pt>
                <c:pt idx="5">
                  <c:v>0.0492685462656</c:v>
                </c:pt>
                <c:pt idx="6">
                  <c:v>0.0419935123872</c:v>
                </c:pt>
                <c:pt idx="7">
                  <c:v>0.024350115456</c:v>
                </c:pt>
                <c:pt idx="8">
                  <c:v>0.0048404526912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0.70Q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0.70Q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5.8x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selected output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selected from a fixed-condition InferenceX proxy table.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 calibrates the serving-efficiency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and workload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72,091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1,048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 benchmark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