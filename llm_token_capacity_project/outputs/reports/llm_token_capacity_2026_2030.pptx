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0.152265237696</c:v>
                </c:pt>
                <c:pt idx="1">
                  <c:v>0.1372078279296</c:v>
                </c:pt>
                <c:pt idx="2">
                  <c:v>0.1252571050368</c:v>
                </c:pt>
                <c:pt idx="3">
                  <c:v>0.092887432128</c:v>
                </c:pt>
                <c:pt idx="4">
                  <c:v>0.072144235008</c:v>
                </c:pt>
                <c:pt idx="5">
                  <c:v>0.0492685462656</c:v>
                </c:pt>
                <c:pt idx="6">
                  <c:v>0.0419935123872</c:v>
                </c:pt>
                <c:pt idx="7">
                  <c:v>0.024350115456</c:v>
                </c:pt>
                <c:pt idx="8">
                  <c:v>0.0048404526912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0.01863385776</c:v>
                </c:pt>
                <c:pt idx="1">
                  <c:v>0.045942637536</c:v>
                </c:pt>
                <c:pt idx="2">
                  <c:v>0.077291362944</c:v>
                </c:pt>
                <c:pt idx="3">
                  <c:v>0.1127426688</c:v>
                </c:pt>
                <c:pt idx="4">
                  <c:v>0.152265237696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0.0338979624192</c:v>
                </c:pt>
                <c:pt idx="1">
                  <c:v>0.055619716608</c:v>
                </c:pt>
                <c:pt idx="2">
                  <c:v>0.0800848757376</c:v>
                </c:pt>
                <c:pt idx="3">
                  <c:v>0.107293439808</c:v>
                </c:pt>
                <c:pt idx="4">
                  <c:v>0.1372078279296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0.026682431616</c:v>
                </c:pt>
                <c:pt idx="1">
                  <c:v>0.0468633693312</c:v>
                </c:pt>
                <c:pt idx="2">
                  <c:v>0.0700131973248</c:v>
                </c:pt>
                <c:pt idx="3">
                  <c:v>0.0961694964864</c:v>
                </c:pt>
                <c:pt idx="4">
                  <c:v>0.1252571050368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0.011869297632</c:v>
                </c:pt>
                <c:pt idx="1">
                  <c:v>0.027903810528</c:v>
                </c:pt>
                <c:pt idx="2">
                  <c:v>0.046725572736</c:v>
                </c:pt>
                <c:pt idx="3">
                  <c:v>0.068397219072</c:v>
                </c:pt>
                <c:pt idx="4">
                  <c:v>0.092887432128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0.0148027652928</c:v>
                </c:pt>
                <c:pt idx="1">
                  <c:v>0.026614184256</c:v>
                </c:pt>
                <c:pt idx="2">
                  <c:v>0.0401192331264</c:v>
                </c:pt>
                <c:pt idx="3">
                  <c:v>0.0552959167104</c:v>
                </c:pt>
                <c:pt idx="4">
                  <c:v>0.072144235008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0.902</c:v>
                </c:pt>
                <c:pt idx="1">
                  <c:v>1.48</c:v>
                </c:pt>
                <c:pt idx="2">
                  <c:v>2.131</c:v>
                </c:pt>
                <c:pt idx="3">
                  <c:v>2.855</c:v>
                </c:pt>
                <c:pt idx="4">
                  <c:v>3.651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0.379</c:v>
                </c:pt>
                <c:pt idx="1">
                  <c:v>0.891</c:v>
                </c:pt>
                <c:pt idx="2">
                  <c:v>1.492</c:v>
                </c:pt>
                <c:pt idx="3">
                  <c:v>2.184</c:v>
                </c:pt>
                <c:pt idx="4">
                  <c:v>2.966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7.0</c:v>
                </c:pt>
                <c:pt idx="4">
                  <c:v>7.0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8.5</c:v>
                </c:pt>
                <c:pt idx="1">
                  <c:v>6.8</c:v>
                </c:pt>
                <c:pt idx="2">
                  <c:v>6.2</c:v>
                </c:pt>
                <c:pt idx="3">
                  <c:v>5.5</c:v>
                </c:pt>
                <c:pt idx="4">
                  <c:v>5.8</c:v>
                </c:pt>
                <c:pt idx="5">
                  <c:v>2.4</c:v>
                </c:pt>
                <c:pt idx="6">
                  <c:v>2.5</c:v>
                </c:pt>
                <c:pt idx="7">
                  <c:v>3.2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4.862</c:v>
                </c:pt>
                <c:pt idx="1">
                  <c:v>3.651</c:v>
                </c:pt>
                <c:pt idx="2">
                  <c:v>3.333</c:v>
                </c:pt>
                <c:pt idx="3">
                  <c:v>2.966</c:v>
                </c:pt>
                <c:pt idx="4">
                  <c:v>3.28</c:v>
                </c:pt>
                <c:pt idx="5">
                  <c:v>1.311</c:v>
                </c:pt>
                <c:pt idx="6">
                  <c:v>1.219</c:v>
                </c:pt>
                <c:pt idx="7">
                  <c:v>1.748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1.371</c:v>
                </c:pt>
                <c:pt idx="1">
                  <c:v>1.42</c:v>
                </c:pt>
                <c:pt idx="2">
                  <c:v>1.111</c:v>
                </c:pt>
                <c:pt idx="3">
                  <c:v>1.042</c:v>
                </c:pt>
                <c:pt idx="4">
                  <c:v>0.925</c:v>
                </c:pt>
                <c:pt idx="5">
                  <c:v>0.328</c:v>
                </c:pt>
                <c:pt idx="6">
                  <c:v>0.523</c:v>
                </c:pt>
                <c:pt idx="7">
                  <c:v>0.437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0.36247</c:v>
                </c:pt>
                <c:pt idx="1">
                  <c:v>0.434964</c:v>
                </c:pt>
                <c:pt idx="2">
                  <c:v>0.434964</c:v>
                </c:pt>
                <c:pt idx="3">
                  <c:v>0.36247</c:v>
                </c:pt>
                <c:pt idx="4">
                  <c:v>0.254574</c:v>
                </c:pt>
                <c:pt idx="5">
                  <c:v>0.434964</c:v>
                </c:pt>
                <c:pt idx="6">
                  <c:v>0.398717</c:v>
                </c:pt>
                <c:pt idx="7">
                  <c:v>0.16123</c:v>
                </c:pt>
                <c:pt idx="8">
                  <c:v>0.086058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0.063</c:v>
                </c:pt>
                <c:pt idx="1">
                  <c:v>0.121</c:v>
                </c:pt>
                <c:pt idx="2">
                  <c:v>0.185</c:v>
                </c:pt>
                <c:pt idx="3">
                  <c:v>0.255</c:v>
                </c:pt>
                <c:pt idx="4">
                  <c:v>0.33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0.121</c:v>
                </c:pt>
                <c:pt idx="1">
                  <c:v>0.239</c:v>
                </c:pt>
                <c:pt idx="2">
                  <c:v>0.375</c:v>
                </c:pt>
                <c:pt idx="3">
                  <c:v>0.529</c:v>
                </c:pt>
                <c:pt idx="4">
                  <c:v>0.7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0.182</c:v>
                </c:pt>
                <c:pt idx="1">
                  <c:v>0.374</c:v>
                </c:pt>
                <c:pt idx="2">
                  <c:v>0.608</c:v>
                </c:pt>
                <c:pt idx="3">
                  <c:v>0.887</c:v>
                </c:pt>
                <c:pt idx="4">
                  <c:v>1.212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0.70Q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59%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selected output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4.0x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4.7x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7.8x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11.1x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10.7x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adjusts a public InferenceX reference to commercial workload reality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fixed B200 output-throughput median is the public reference ceiling; explicit workload-fit assumptions account for closed, reasoning and long-context serving.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Proxy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dsr1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qwen3.5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llama70b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0.25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gptoss120b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gptoss120b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0.36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Purpose-built mix remains visible, but no hardware premium is added without a comparable output-token benchmark.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is a workload-adjusted serving reference, while the raw public benchmark defines upside ceiling.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0.70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5.8x,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Calculation, Output, Checks, Aggressive View.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