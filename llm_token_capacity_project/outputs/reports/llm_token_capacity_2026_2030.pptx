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0.586840240711296</c:v>
                </c:pt>
                <c:pt idx="1">
                  <c:v>0.53513286253056</c:v>
                </c:pt>
                <c:pt idx="2">
                  <c:v>0.4022866197504</c:v>
                </c:pt>
                <c:pt idx="3">
                  <c:v>0.372288096107136</c:v>
                </c:pt>
                <c:pt idx="4">
                  <c:v>0.31830324515136</c:v>
                </c:pt>
                <c:pt idx="5">
                  <c:v>0.259801314859008</c:v>
                </c:pt>
                <c:pt idx="6">
                  <c:v>0.167354927293824</c:v>
                </c:pt>
                <c:pt idx="7">
                  <c:v>0.125620159296096</c:v>
                </c:pt>
                <c:pt idx="8">
                  <c:v>0.104360160022272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0.030767688</c:v>
                </c:pt>
                <c:pt idx="1">
                  <c:v>0.094205094984</c:v>
                </c:pt>
                <c:pt idx="2">
                  <c:v>0.19615523106816</c:v>
                </c:pt>
                <c:pt idx="3">
                  <c:v>0.353075018688</c:v>
                </c:pt>
                <c:pt idx="4">
                  <c:v>0.586840240711296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0.05455296</c:v>
                </c:pt>
                <c:pt idx="1">
                  <c:v>0.112223664</c:v>
                </c:pt>
                <c:pt idx="2">
                  <c:v>0.201888587376</c:v>
                </c:pt>
                <c:pt idx="3">
                  <c:v>0.3368973037752</c:v>
                </c:pt>
                <c:pt idx="4">
                  <c:v>0.53513286253056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0.0358186752</c:v>
                </c:pt>
                <c:pt idx="1">
                  <c:v>0.0798642561024</c:v>
                </c:pt>
                <c:pt idx="2">
                  <c:v>0.148440563712</c:v>
                </c:pt>
                <c:pt idx="3">
                  <c:v>0.251379069811661</c:v>
                </c:pt>
                <c:pt idx="4">
                  <c:v>0.4022866197504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0.034782048</c:v>
                </c:pt>
                <c:pt idx="1">
                  <c:v>0.07545626928</c:v>
                </c:pt>
                <c:pt idx="2">
                  <c:v>0.13872722846976</c:v>
                </c:pt>
                <c:pt idx="3">
                  <c:v>0.233726019458832</c:v>
                </c:pt>
                <c:pt idx="4">
                  <c:v>0.372288096107136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0.0176498784</c:v>
                </c:pt>
                <c:pt idx="1">
                  <c:v>0.05145799228416</c:v>
                </c:pt>
                <c:pt idx="2">
                  <c:v>0.106244054784</c:v>
                </c:pt>
                <c:pt idx="3">
                  <c:v>0.191084027600794</c:v>
                </c:pt>
                <c:pt idx="4">
                  <c:v>0.31830324515136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7.0</c:v>
                </c:pt>
                <c:pt idx="3">
                  <c:v>9.0</c:v>
                </c:pt>
                <c:pt idx="4">
                  <c:v>7.0</c:v>
                </c:pt>
                <c:pt idx="5">
                  <c:v>4.0</c:v>
                </c:pt>
                <c:pt idx="6">
                  <c:v>3.0</c:v>
                </c:pt>
                <c:pt idx="7">
                  <c:v>3.0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5.8</c:v>
                </c:pt>
                <c:pt idx="3">
                  <c:v>6.2</c:v>
                </c:pt>
                <c:pt idx="4">
                  <c:v>5.5</c:v>
                </c:pt>
                <c:pt idx="5">
                  <c:v>3.2</c:v>
                </c:pt>
                <c:pt idx="6">
                  <c:v>2.4</c:v>
                </c:pt>
                <c:pt idx="7">
                  <c:v>2.5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3.28</c:v>
                </c:pt>
                <c:pt idx="3">
                  <c:v>3.333</c:v>
                </c:pt>
                <c:pt idx="4">
                  <c:v>2.966</c:v>
                </c:pt>
                <c:pt idx="5">
                  <c:v>1.748</c:v>
                </c:pt>
                <c:pt idx="6">
                  <c:v>1.311</c:v>
                </c:pt>
                <c:pt idx="7">
                  <c:v>1.219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0.925</c:v>
                </c:pt>
                <c:pt idx="3">
                  <c:v>1.111</c:v>
                </c:pt>
                <c:pt idx="4">
                  <c:v>1.042</c:v>
                </c:pt>
                <c:pt idx="5">
                  <c:v>0.437</c:v>
                </c:pt>
                <c:pt idx="6">
                  <c:v>0.328</c:v>
                </c:pt>
                <c:pt idx="7">
                  <c:v>0.523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1.967582</c:v>
                </c:pt>
                <c:pt idx="1">
                  <c:v>2.423472</c:v>
                </c:pt>
                <c:pt idx="2">
                  <c:v>2.027916</c:v>
                </c:pt>
                <c:pt idx="3">
                  <c:v>1.901171</c:v>
                </c:pt>
                <c:pt idx="4">
                  <c:v>1.774427</c:v>
                </c:pt>
                <c:pt idx="5">
                  <c:v>2.529748</c:v>
                </c:pt>
                <c:pt idx="6">
                  <c:v>2.172767</c:v>
                </c:pt>
                <c:pt idx="7">
                  <c:v>1.780193</c:v>
                </c:pt>
                <c:pt idx="8">
                  <c:v>2.811228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0.117</c:v>
                </c:pt>
                <c:pt idx="1">
                  <c:v>0.286</c:v>
                </c:pt>
                <c:pt idx="2">
                  <c:v>0.546</c:v>
                </c:pt>
                <c:pt idx="3">
                  <c:v>0.934</c:v>
                </c:pt>
                <c:pt idx="4">
                  <c:v>1.494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0.208</c:v>
                </c:pt>
                <c:pt idx="1">
                  <c:v>0.516</c:v>
                </c:pt>
                <c:pt idx="2">
                  <c:v>1.006</c:v>
                </c:pt>
                <c:pt idx="3">
                  <c:v>1.757</c:v>
                </c:pt>
                <c:pt idx="4">
                  <c:v>2.872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0.302</c:v>
                </c:pt>
                <c:pt idx="1">
                  <c:v>0.779</c:v>
                </c:pt>
                <c:pt idx="2">
                  <c:v>1.575</c:v>
                </c:pt>
                <c:pt idx="3">
                  <c:v>2.84</c:v>
                </c:pt>
                <c:pt idx="4">
                  <c:v>4.79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2.87Q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53%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Output tokens/sec/MW x utilization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output tokens/sec/MW x utilization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0.54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0.40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0.37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0.32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53%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19.1x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0.54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10.7x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18.0x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16.1x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16.9x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27.8x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28.4x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If token supply rises faster than inference GW, the driver is serving efficiency or utilization; if both rise together, deployment is the driver.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constraint is serving efficiency: tokens per MW and real utilization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InferenceX and model architecture assumptions are used to calibrate the conversion from inference GW to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Lowest tokens/MW and utilization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694176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566928"/>
                <a:gridCol w="111556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Util.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67%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Low utilization can reflect reserve capacity, SLO headroom, uneven traffic, and failover requirements.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Tokens/MW sets the theoretical ceiling; utilization determines how much of that ceiling becomes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tokens/MW, and utilization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0.37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0.32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0.54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0.40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are not alternate stories; they are operating ranges around deployment, inference mix, MoE optimization, and utilization.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2.87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MoE and serving-stack optimization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13.8x,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appendix: formula assumptions, company-year forecast, scenario sensitivity, source registry, and InferenceX benchmark tables.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the model by bottleneck type: deployment, allocation, architecture, efficiency, or demand absorption.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