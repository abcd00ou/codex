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0.483970158144</c:v>
                </c:pt>
                <c:pt idx="1">
                  <c:v>0.2359450944</c:v>
                </c:pt>
                <c:pt idx="2">
                  <c:v>0.2305701679392</c:v>
                </c:pt>
                <c:pt idx="3">
                  <c:v>0.1434707686656</c:v>
                </c:pt>
                <c:pt idx="4">
                  <c:v>0.0362307838464</c:v>
                </c:pt>
                <c:pt idx="5">
                  <c:v>0.0317531500704</c:v>
                </c:pt>
                <c:pt idx="6">
                  <c:v>0.0251741931264</c:v>
                </c:pt>
                <c:pt idx="7">
                  <c:v>0.0226438101504</c:v>
                </c:pt>
                <c:pt idx="8">
                  <c:v>0.0088044739776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0.09524974896</c:v>
                </c:pt>
                <c:pt idx="1">
                  <c:v>0.1727906008896</c:v>
                </c:pt>
                <c:pt idx="2">
                  <c:v>0.270517973184</c:v>
                </c:pt>
                <c:pt idx="3">
                  <c:v>0.371581048512</c:v>
                </c:pt>
                <c:pt idx="4">
                  <c:v>0.483970158144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0.0481762925856</c:v>
                </c:pt>
                <c:pt idx="1">
                  <c:v>0.086694784704</c:v>
                </c:pt>
                <c:pt idx="2">
                  <c:v>0.13120849152</c:v>
                </c:pt>
                <c:pt idx="3">
                  <c:v>0.18084328272</c:v>
                </c:pt>
                <c:pt idx="4">
                  <c:v>0.2359450944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0.022510683648</c:v>
                </c:pt>
                <c:pt idx="1">
                  <c:v>0.056436397056</c:v>
                </c:pt>
                <c:pt idx="2">
                  <c:v>0.1015419574368</c:v>
                </c:pt>
                <c:pt idx="3">
                  <c:v>0.159182259264</c:v>
                </c:pt>
                <c:pt idx="4">
                  <c:v>0.2305701679392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0.012946500864</c:v>
                </c:pt>
                <c:pt idx="1">
                  <c:v>0.0373094615808</c:v>
                </c:pt>
                <c:pt idx="2">
                  <c:v>0.0672041090304</c:v>
                </c:pt>
                <c:pt idx="3">
                  <c:v>0.1026304432128</c:v>
                </c:pt>
                <c:pt idx="4">
                  <c:v>0.1434707686656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0.00572530896</c:v>
                </c:pt>
                <c:pt idx="1">
                  <c:v>0.012802896288</c:v>
                </c:pt>
                <c:pt idx="2">
                  <c:v>0.0202142704896</c:v>
                </c:pt>
                <c:pt idx="3">
                  <c:v>0.02807073792</c:v>
                </c:pt>
                <c:pt idx="4">
                  <c:v>0.0362307838464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0.184</c:v>
                </c:pt>
                <c:pt idx="1">
                  <c:v>0.416</c:v>
                </c:pt>
                <c:pt idx="2">
                  <c:v>0.681</c:v>
                </c:pt>
                <c:pt idx="3">
                  <c:v>0.98</c:v>
                </c:pt>
                <c:pt idx="4">
                  <c:v>1.311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0.11</c:v>
                </c:pt>
                <c:pt idx="1">
                  <c:v>0.317</c:v>
                </c:pt>
                <c:pt idx="2">
                  <c:v>0.571</c:v>
                </c:pt>
                <c:pt idx="3">
                  <c:v>0.872</c:v>
                </c:pt>
                <c:pt idx="4">
                  <c:v>1.219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9.0</c:v>
                </c:pt>
                <c:pt idx="1">
                  <c:v>7.0</c:v>
                </c:pt>
                <c:pt idx="2">
                  <c:v>3.0</c:v>
                </c:pt>
                <c:pt idx="3">
                  <c:v>3.0</c:v>
                </c:pt>
                <c:pt idx="4">
                  <c:v>12.0</c:v>
                </c:pt>
                <c:pt idx="5">
                  <c:v>8.0</c:v>
                </c:pt>
                <c:pt idx="6">
                  <c:v>7.0</c:v>
                </c:pt>
                <c:pt idx="7">
                  <c:v>4.0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6.2</c:v>
                </c:pt>
                <c:pt idx="1">
                  <c:v>5.8</c:v>
                </c:pt>
                <c:pt idx="2">
                  <c:v>2.4</c:v>
                </c:pt>
                <c:pt idx="3">
                  <c:v>2.5</c:v>
                </c:pt>
                <c:pt idx="4">
                  <c:v>8.5</c:v>
                </c:pt>
                <c:pt idx="5">
                  <c:v>6.8</c:v>
                </c:pt>
                <c:pt idx="6">
                  <c:v>5.5</c:v>
                </c:pt>
                <c:pt idx="7">
                  <c:v>3.2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3.333</c:v>
                </c:pt>
                <c:pt idx="1">
                  <c:v>3.28</c:v>
                </c:pt>
                <c:pt idx="2">
                  <c:v>1.311</c:v>
                </c:pt>
                <c:pt idx="3">
                  <c:v>1.219</c:v>
                </c:pt>
                <c:pt idx="4">
                  <c:v>4.862</c:v>
                </c:pt>
                <c:pt idx="5">
                  <c:v>3.651</c:v>
                </c:pt>
                <c:pt idx="6">
                  <c:v>2.966</c:v>
                </c:pt>
                <c:pt idx="7">
                  <c:v>1.748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1.111</c:v>
                </c:pt>
                <c:pt idx="1">
                  <c:v>0.925</c:v>
                </c:pt>
                <c:pt idx="2">
                  <c:v>0.328</c:v>
                </c:pt>
                <c:pt idx="3">
                  <c:v>0.523</c:v>
                </c:pt>
                <c:pt idx="4">
                  <c:v>1.371</c:v>
                </c:pt>
                <c:pt idx="5">
                  <c:v>1.42</c:v>
                </c:pt>
                <c:pt idx="6">
                  <c:v>1.042</c:v>
                </c:pt>
                <c:pt idx="7">
                  <c:v>0.437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1.68062</c:v>
                </c:pt>
                <c:pt idx="1">
                  <c:v>0.832575</c:v>
                </c:pt>
                <c:pt idx="2">
                  <c:v>2.035573</c:v>
                </c:pt>
                <c:pt idx="3">
                  <c:v>1.362216</c:v>
                </c:pt>
                <c:pt idx="4">
                  <c:v>0.086248</c:v>
                </c:pt>
                <c:pt idx="5">
                  <c:v>0.100661</c:v>
                </c:pt>
                <c:pt idx="6">
                  <c:v>0.098236</c:v>
                </c:pt>
                <c:pt idx="7">
                  <c:v>0.149932</c:v>
                </c:pt>
                <c:pt idx="8">
                  <c:v>0.156534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0.109</c:v>
                </c:pt>
                <c:pt idx="1">
                  <c:v>0.21</c:v>
                </c:pt>
                <c:pt idx="2">
                  <c:v>0.33</c:v>
                </c:pt>
                <c:pt idx="3">
                  <c:v>0.46</c:v>
                </c:pt>
                <c:pt idx="4">
                  <c:v>0.603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</c:v>
                </c:pt>
                <c:pt idx="1">
                  <c:v>0.397</c:v>
                </c:pt>
                <c:pt idx="2">
                  <c:v>0.638</c:v>
                </c:pt>
                <c:pt idx="3">
                  <c:v>0.909</c:v>
                </c:pt>
                <c:pt idx="4">
                  <c:v>1.219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0.294</c:v>
                </c:pt>
                <c:pt idx="1">
                  <c:v>0.606</c:v>
                </c:pt>
                <c:pt idx="2">
                  <c:v>1.007</c:v>
                </c:pt>
                <c:pt idx="3">
                  <c:v>1.484</c:v>
                </c:pt>
                <c:pt idx="4">
                  <c:v>2.054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1.22Q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78%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0.48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5.1x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6.3x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4.0x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6.8x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40%/40%/20%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0.48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2.05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6.1x,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