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0.117604700928</c:v>
                </c:pt>
                <c:pt idx="1">
                  <c:v>0.1116598239936</c:v>
                </c:pt>
                <c:pt idx="2">
                  <c:v>0.0999095920416</c:v>
                </c:pt>
                <c:pt idx="3">
                  <c:v>0.0671012843904</c:v>
                </c:pt>
                <c:pt idx="4">
                  <c:v>0.046128282624</c:v>
                </c:pt>
                <c:pt idx="5">
                  <c:v>0.0428970862656</c:v>
                </c:pt>
                <c:pt idx="6">
                  <c:v>0.0340065541728</c:v>
                </c:pt>
                <c:pt idx="7">
                  <c:v>0.0194207386752</c:v>
                </c:pt>
                <c:pt idx="8">
                  <c:v>0.0024526805184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0.010765760544</c:v>
                </c:pt>
                <c:pt idx="1">
                  <c:v>0.0287679216384</c:v>
                </c:pt>
                <c:pt idx="2">
                  <c:v>0.0521763078528</c:v>
                </c:pt>
                <c:pt idx="3">
                  <c:v>0.08157148416</c:v>
                </c:pt>
                <c:pt idx="4">
                  <c:v>0.117604700928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0.0261555725376</c:v>
                </c:pt>
                <c:pt idx="1">
                  <c:v>0.043705626624</c:v>
                </c:pt>
                <c:pt idx="2">
                  <c:v>0.0638866912608</c:v>
                </c:pt>
                <c:pt idx="3">
                  <c:v>0.086577678576</c:v>
                </c:pt>
                <c:pt idx="4">
                  <c:v>0.1116598239936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0.016348912128</c:v>
                </c:pt>
                <c:pt idx="1">
                  <c:v>0.0315036254016</c:v>
                </c:pt>
                <c:pt idx="2">
                  <c:v>0.0505847781216</c:v>
                </c:pt>
                <c:pt idx="3">
                  <c:v>0.0735476744448</c:v>
                </c:pt>
                <c:pt idx="4">
                  <c:v>0.0999095920416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0.0077853318912</c:v>
                </c:pt>
                <c:pt idx="1">
                  <c:v>0.0189682324128</c:v>
                </c:pt>
                <c:pt idx="2">
                  <c:v>0.0326438332416</c:v>
                </c:pt>
                <c:pt idx="3">
                  <c:v>0.0487398352896</c:v>
                </c:pt>
                <c:pt idx="4">
                  <c:v>0.0671012843904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0.0092273210208</c:v>
                </c:pt>
                <c:pt idx="1">
                  <c:v>0.016739271648</c:v>
                </c:pt>
                <c:pt idx="2">
                  <c:v>0.0254148046848</c:v>
                </c:pt>
                <c:pt idx="3">
                  <c:v>0.0352253152512</c:v>
                </c:pt>
                <c:pt idx="4">
                  <c:v>0.046128282624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7.0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5.8</c:v>
                </c:pt>
                <c:pt idx="5">
                  <c:v>2.4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3.28</c:v>
                </c:pt>
                <c:pt idx="5">
                  <c:v>1.311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0.925</c:v>
                </c:pt>
                <c:pt idx="5">
                  <c:v>0.328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0.27996</c:v>
                </c:pt>
                <c:pt idx="1">
                  <c:v>0.353974</c:v>
                </c:pt>
                <c:pt idx="2">
                  <c:v>0.346943</c:v>
                </c:pt>
                <c:pt idx="3">
                  <c:v>0.261846</c:v>
                </c:pt>
                <c:pt idx="4">
                  <c:v>0.162772</c:v>
                </c:pt>
                <c:pt idx="5">
                  <c:v>0.378714</c:v>
                </c:pt>
                <c:pt idx="6">
                  <c:v>0.322883</c:v>
                </c:pt>
                <c:pt idx="7">
                  <c:v>0.128591</c:v>
                </c:pt>
                <c:pt idx="8">
                  <c:v>0.043606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0.041</c:v>
                </c:pt>
                <c:pt idx="1">
                  <c:v>0.083</c:v>
                </c:pt>
                <c:pt idx="2">
                  <c:v>0.132</c:v>
                </c:pt>
                <c:pt idx="3">
                  <c:v>0.19</c:v>
                </c:pt>
                <c:pt idx="4">
                  <c:v>0.254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</c:v>
                </c:pt>
                <c:pt idx="1">
                  <c:v>0.164</c:v>
                </c:pt>
                <c:pt idx="2">
                  <c:v>0.268</c:v>
                </c:pt>
                <c:pt idx="3">
                  <c:v>0.394</c:v>
                </c:pt>
                <c:pt idx="4">
                  <c:v>0.541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0.257</c:v>
                </c:pt>
                <c:pt idx="2">
                  <c:v>0.436</c:v>
                </c:pt>
                <c:pt idx="3">
                  <c:v>0.663</c:v>
                </c:pt>
                <c:pt idx="4">
                  <c:v>0.939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0.54Q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61%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61%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9.4x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14.8x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70%/20%/10%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0.25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