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0.117604700928</c:v>
                </c:pt>
                <c:pt idx="1">
                  <c:v>0.1116598239936</c:v>
                </c:pt>
                <c:pt idx="2">
                  <c:v>0.0999098800128</c:v>
                </c:pt>
                <c:pt idx="3">
                  <c:v>0.0671012843904</c:v>
                </c:pt>
                <c:pt idx="4">
                  <c:v>0.046127999232</c:v>
                </c:pt>
                <c:pt idx="5">
                  <c:v>0.0428970862656</c:v>
                </c:pt>
                <c:pt idx="6">
                  <c:v>0.0340064488512</c:v>
                </c:pt>
                <c:pt idx="7">
                  <c:v>0.019420587648</c:v>
                </c:pt>
                <c:pt idx="8">
                  <c:v>0.0024526805184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0.010765760544</c:v>
                </c:pt>
                <c:pt idx="1">
                  <c:v>0.0287679216384</c:v>
                </c:pt>
                <c:pt idx="2">
                  <c:v>0.0521760946176</c:v>
                </c:pt>
                <c:pt idx="3">
                  <c:v>0.08157148416</c:v>
                </c:pt>
                <c:pt idx="4">
                  <c:v>0.117604700928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0.0261554946048</c:v>
                </c:pt>
                <c:pt idx="1">
                  <c:v>0.043705626624</c:v>
                </c:pt>
                <c:pt idx="2">
                  <c:v>0.0638866912608</c:v>
                </c:pt>
                <c:pt idx="3">
                  <c:v>0.086577431904</c:v>
                </c:pt>
                <c:pt idx="4">
                  <c:v>0.1116598239936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0.016348912128</c:v>
                </c:pt>
                <c:pt idx="1">
                  <c:v>0.0315036254016</c:v>
                </c:pt>
                <c:pt idx="2">
                  <c:v>0.0505847781216</c:v>
                </c:pt>
                <c:pt idx="3">
                  <c:v>0.0735476744448</c:v>
                </c:pt>
                <c:pt idx="4">
                  <c:v>0.0999098800128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0.0077853318912</c:v>
                </c:pt>
                <c:pt idx="1">
                  <c:v>0.0189682324128</c:v>
                </c:pt>
                <c:pt idx="2">
                  <c:v>0.0326438332416</c:v>
                </c:pt>
                <c:pt idx="3">
                  <c:v>0.0487398352896</c:v>
                </c:pt>
                <c:pt idx="4">
                  <c:v>0.0671012843904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0.0092273210208</c:v>
                </c:pt>
                <c:pt idx="1">
                  <c:v>0.016739271648</c:v>
                </c:pt>
                <c:pt idx="2">
                  <c:v>0.0254148046848</c:v>
                </c:pt>
                <c:pt idx="3">
                  <c:v>0.0352253152512</c:v>
                </c:pt>
                <c:pt idx="4">
                  <c:v>0.046127999232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OpenAI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0.595</c:v>
                </c:pt>
                <c:pt idx="1">
                  <c:v>1.467</c:v>
                </c:pt>
                <c:pt idx="2">
                  <c:v>2.468</c:v>
                </c:pt>
                <c:pt idx="3">
                  <c:v>3.6</c:v>
                </c:pt>
                <c:pt idx="4">
                  <c:v>4.862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Google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0.902</c:v>
                </c:pt>
                <c:pt idx="1">
                  <c:v>1.48</c:v>
                </c:pt>
                <c:pt idx="2">
                  <c:v>2.131</c:v>
                </c:pt>
                <c:pt idx="3">
                  <c:v>2.855</c:v>
                </c:pt>
                <c:pt idx="4">
                  <c:v>3.651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Anthropic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0.379</c:v>
                </c:pt>
                <c:pt idx="1">
                  <c:v>0.891</c:v>
                </c:pt>
                <c:pt idx="2">
                  <c:v>1.492</c:v>
                </c:pt>
                <c:pt idx="3">
                  <c:v>2.184</c:v>
                </c:pt>
                <c:pt idx="4">
                  <c:v>2.966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7.0</c:v>
                </c:pt>
                <c:pt idx="4">
                  <c:v>7.0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8.5</c:v>
                </c:pt>
                <c:pt idx="1">
                  <c:v>6.8</c:v>
                </c:pt>
                <c:pt idx="2">
                  <c:v>6.2</c:v>
                </c:pt>
                <c:pt idx="3">
                  <c:v>5.5</c:v>
                </c:pt>
                <c:pt idx="4">
                  <c:v>5.8</c:v>
                </c:pt>
                <c:pt idx="5">
                  <c:v>2.4</c:v>
                </c:pt>
                <c:pt idx="6">
                  <c:v>2.5</c:v>
                </c:pt>
                <c:pt idx="7">
                  <c:v>3.2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4.862</c:v>
                </c:pt>
                <c:pt idx="1">
                  <c:v>3.651</c:v>
                </c:pt>
                <c:pt idx="2">
                  <c:v>3.333</c:v>
                </c:pt>
                <c:pt idx="3">
                  <c:v>2.966</c:v>
                </c:pt>
                <c:pt idx="4">
                  <c:v>3.28</c:v>
                </c:pt>
                <c:pt idx="5">
                  <c:v>1.311</c:v>
                </c:pt>
                <c:pt idx="6">
                  <c:v>1.219</c:v>
                </c:pt>
                <c:pt idx="7">
                  <c:v>1.748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1.371</c:v>
                </c:pt>
                <c:pt idx="1">
                  <c:v>1.42</c:v>
                </c:pt>
                <c:pt idx="2">
                  <c:v>1.111</c:v>
                </c:pt>
                <c:pt idx="3">
                  <c:v>1.042</c:v>
                </c:pt>
                <c:pt idx="4">
                  <c:v>0.925</c:v>
                </c:pt>
                <c:pt idx="5">
                  <c:v>0.328</c:v>
                </c:pt>
                <c:pt idx="6">
                  <c:v>0.523</c:v>
                </c:pt>
                <c:pt idx="7">
                  <c:v>0.437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OpenAI</c:v>
                </c:pt>
                <c:pt idx="1">
                  <c:v>Google</c:v>
                </c:pt>
                <c:pt idx="2">
                  <c:v>Microsoft</c:v>
                </c:pt>
                <c:pt idx="3">
                  <c:v>Anthropic</c:v>
                </c:pt>
                <c:pt idx="4">
                  <c:v>Meta</c:v>
                </c:pt>
                <c:pt idx="5">
                  <c:v>Tencent</c:v>
                </c:pt>
                <c:pt idx="6">
                  <c:v>xAI</c:v>
                </c:pt>
                <c:pt idx="7">
                  <c:v>Alibaba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0.27996</c:v>
                </c:pt>
                <c:pt idx="1">
                  <c:v>0.353974</c:v>
                </c:pt>
                <c:pt idx="2">
                  <c:v>0.346944</c:v>
                </c:pt>
                <c:pt idx="3">
                  <c:v>0.261846</c:v>
                </c:pt>
                <c:pt idx="4">
                  <c:v>0.162771</c:v>
                </c:pt>
                <c:pt idx="5">
                  <c:v>0.378714</c:v>
                </c:pt>
                <c:pt idx="6">
                  <c:v>0.322882</c:v>
                </c:pt>
                <c:pt idx="7">
                  <c:v>0.12859</c:v>
                </c:pt>
                <c:pt idx="8">
                  <c:v>0.043606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0.041</c:v>
                </c:pt>
                <c:pt idx="1">
                  <c:v>0.083</c:v>
                </c:pt>
                <c:pt idx="2">
                  <c:v>0.132</c:v>
                </c:pt>
                <c:pt idx="3">
                  <c:v>0.19</c:v>
                </c:pt>
                <c:pt idx="4">
                  <c:v>0.254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0.08</c:v>
                </c:pt>
                <c:pt idx="1">
                  <c:v>0.164</c:v>
                </c:pt>
                <c:pt idx="2">
                  <c:v>0.268</c:v>
                </c:pt>
                <c:pt idx="3">
                  <c:v>0.394</c:v>
                </c:pt>
                <c:pt idx="4">
                  <c:v>0.541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0.12</c:v>
                </c:pt>
                <c:pt idx="1">
                  <c:v>0.257</c:v>
                </c:pt>
                <c:pt idx="2">
                  <c:v>0.436</c:v>
                </c:pt>
                <c:pt idx="3">
                  <c:v>0.663</c:v>
                </c:pt>
                <c:pt idx="4">
                  <c:v>0.939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0.54Q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61%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61%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10.9x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4.3x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6.1x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9.4x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14.8x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8.8x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11.4x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70%/20%/10%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0.28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0.25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6.8x,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