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0.586840240711296</c:v>
                </c:pt>
                <c:pt idx="1">
                  <c:v>0.5462989080192</c:v>
                </c:pt>
                <c:pt idx="2">
                  <c:v>0.4271839955712</c:v>
                </c:pt>
                <c:pt idx="3">
                  <c:v>0.391550950429056</c:v>
                </c:pt>
                <c:pt idx="4">
                  <c:v>0.325393026336</c:v>
                </c:pt>
                <c:pt idx="5">
                  <c:v>0.259801314859008</c:v>
                </c:pt>
                <c:pt idx="6">
                  <c:v>0.167354927293824</c:v>
                </c:pt>
                <c:pt idx="7">
                  <c:v>0.125620159296096</c:v>
                </c:pt>
                <c:pt idx="8">
                  <c:v>0.104360160022272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0.030767688</c:v>
                </c:pt>
                <c:pt idx="1">
                  <c:v>0.094205094984</c:v>
                </c:pt>
                <c:pt idx="2">
                  <c:v>0.19615523106816</c:v>
                </c:pt>
                <c:pt idx="3">
                  <c:v>0.353075018688</c:v>
                </c:pt>
                <c:pt idx="4">
                  <c:v>0.586840240711296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0.05455470569472</c:v>
                </c:pt>
                <c:pt idx="1">
                  <c:v>0.1128117920832</c:v>
                </c:pt>
                <c:pt idx="2">
                  <c:v>0.203998065026112</c:v>
                </c:pt>
                <c:pt idx="3">
                  <c:v>0.34217223772536</c:v>
                </c:pt>
                <c:pt idx="4">
                  <c:v>0.5462989080192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0.03581880312384</c:v>
                </c:pt>
                <c:pt idx="1">
                  <c:v>0.08110014808896</c:v>
                </c:pt>
                <c:pt idx="2">
                  <c:v>0.15303422016</c:v>
                </c:pt>
                <c:pt idx="3">
                  <c:v>0.263047420517875</c:v>
                </c:pt>
                <c:pt idx="4">
                  <c:v>0.4271839955712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0.03478261113792</c:v>
                </c:pt>
                <c:pt idx="1">
                  <c:v>0.07643329787016</c:v>
                </c:pt>
                <c:pt idx="2">
                  <c:v>0.142317358121088</c:v>
                </c:pt>
                <c:pt idx="3">
                  <c:v>0.242797026069648</c:v>
                </c:pt>
                <c:pt idx="4">
                  <c:v>0.391550950429056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0.0176500585008</c:v>
                </c:pt>
                <c:pt idx="1">
                  <c:v>0.051744931247117</c:v>
                </c:pt>
                <c:pt idx="2">
                  <c:v>0.107427840408</c:v>
                </c:pt>
                <c:pt idx="3">
                  <c:v>0.194276677019443</c:v>
                </c:pt>
                <c:pt idx="4">
                  <c:v>0.325393026336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7.0</c:v>
                </c:pt>
                <c:pt idx="3">
                  <c:v>9.0</c:v>
                </c:pt>
                <c:pt idx="4">
                  <c:v>7.0</c:v>
                </c:pt>
                <c:pt idx="5">
                  <c:v>4.0</c:v>
                </c:pt>
                <c:pt idx="6">
                  <c:v>3.0</c:v>
                </c:pt>
                <c:pt idx="7">
                  <c:v>3.0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5.8</c:v>
                </c:pt>
                <c:pt idx="3">
                  <c:v>6.2</c:v>
                </c:pt>
                <c:pt idx="4">
                  <c:v>5.5</c:v>
                </c:pt>
                <c:pt idx="5">
                  <c:v>3.2</c:v>
                </c:pt>
                <c:pt idx="6">
                  <c:v>2.4</c:v>
                </c:pt>
                <c:pt idx="7">
                  <c:v>2.5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3.28</c:v>
                </c:pt>
                <c:pt idx="3">
                  <c:v>3.333</c:v>
                </c:pt>
                <c:pt idx="4">
                  <c:v>2.966</c:v>
                </c:pt>
                <c:pt idx="5">
                  <c:v>1.748</c:v>
                </c:pt>
                <c:pt idx="6">
                  <c:v>1.311</c:v>
                </c:pt>
                <c:pt idx="7">
                  <c:v>1.219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0.925</c:v>
                </c:pt>
                <c:pt idx="3">
                  <c:v>1.111</c:v>
                </c:pt>
                <c:pt idx="4">
                  <c:v>1.042</c:v>
                </c:pt>
                <c:pt idx="5">
                  <c:v>0.437</c:v>
                </c:pt>
                <c:pt idx="6">
                  <c:v>0.328</c:v>
                </c:pt>
                <c:pt idx="7">
                  <c:v>0.523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Meta</c:v>
                </c:pt>
                <c:pt idx="3">
                  <c:v>Microsoft</c:v>
                </c:pt>
                <c:pt idx="4">
                  <c:v>Anthropic</c:v>
                </c:pt>
                <c:pt idx="5">
                  <c:v>Alibaba</c:v>
                </c:pt>
                <c:pt idx="6">
                  <c:v>Tencent</c:v>
                </c:pt>
                <c:pt idx="7">
                  <c:v>xAI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1.967582</c:v>
                </c:pt>
                <c:pt idx="1">
                  <c:v>2.47404</c:v>
                </c:pt>
                <c:pt idx="2">
                  <c:v>2.153423</c:v>
                </c:pt>
                <c:pt idx="3">
                  <c:v>1.999541</c:v>
                </c:pt>
                <c:pt idx="4">
                  <c:v>1.81395</c:v>
                </c:pt>
                <c:pt idx="5">
                  <c:v>2.529748</c:v>
                </c:pt>
                <c:pt idx="6">
                  <c:v>2.172767</c:v>
                </c:pt>
                <c:pt idx="7">
                  <c:v>1.780193</c:v>
                </c:pt>
                <c:pt idx="8">
                  <c:v>2.811228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0.117</c:v>
                </c:pt>
                <c:pt idx="1">
                  <c:v>0.287</c:v>
                </c:pt>
                <c:pt idx="2">
                  <c:v>0.552</c:v>
                </c:pt>
                <c:pt idx="3">
                  <c:v>0.95</c:v>
                </c:pt>
                <c:pt idx="4">
                  <c:v>1.527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0.208</c:v>
                </c:pt>
                <c:pt idx="1">
                  <c:v>0.519</c:v>
                </c:pt>
                <c:pt idx="2">
                  <c:v>1.018</c:v>
                </c:pt>
                <c:pt idx="3">
                  <c:v>1.786</c:v>
                </c:pt>
                <c:pt idx="4">
                  <c:v>2.934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0.302</c:v>
                </c:pt>
                <c:pt idx="1">
                  <c:v>0.784</c:v>
                </c:pt>
                <c:pt idx="2">
                  <c:v>1.592</c:v>
                </c:pt>
                <c:pt idx="3">
                  <c:v>2.887</c:v>
                </c:pt>
                <c:pt idx="4">
                  <c:v>4.892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2.93Q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53%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Output tokens/sec/MW x utilization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output tokens/sec/MW x utilization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0.55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0.43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0.39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0.33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53%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19.1x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0.55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10.0x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11.3x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18.4x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16.1x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16.9x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27.8x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28.4x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If token supply rises faster than inference GW, the driver is serving efficiency or utilization; if both rise together, deployment is the driver.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constraint is serving efficiency: tokens per MW and real utilization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InferenceX and model architecture assumptions are used to calibrate the conversion from inference GW to output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Lowest tokens/MW and utilization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694176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566928"/>
                <a:gridCol w="111556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Util.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2.0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Low utilization can reflect reserve capacity, SLO headroom, uneven traffic, and failover requirements.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Tokens/MW sets the theoretical ceiling; utilization determines how much of that ceiling becomes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tokens/MW, and utilization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0.39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0.59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0.33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0.55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0.43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are not alternate stories; they are operating ranges around deployment, inference mix, MoE optimization, and utilization.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1.53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2.93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4.89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MoE and serving-stack optimization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14.1x,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appendix: 02b number trace, 04 numeric accelerator mix, 05 efficiency bridge, formula assumptions, source registry, and InferenceX benchmark tables.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the model by bottleneck type: deployment, allocation, architecture, efficiency, or demand absorption.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2026-05-26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