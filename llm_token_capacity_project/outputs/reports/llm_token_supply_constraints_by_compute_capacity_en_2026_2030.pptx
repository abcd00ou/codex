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0.1934722988352</c:v>
                </c:pt>
                <c:pt idx="1">
                  <c:v>0.108158823936</c:v>
                </c:pt>
                <c:pt idx="2">
                  <c:v>0.091018996272</c:v>
                </c:pt>
                <c:pt idx="3">
                  <c:v>0.0661481787744</c:v>
                </c:pt>
                <c:pt idx="4">
                  <c:v>0.0437791606272</c:v>
                </c:pt>
                <c:pt idx="5">
                  <c:v>0.0135126104256</c:v>
                </c:pt>
                <c:pt idx="6">
                  <c:v>0.0130566419424</c:v>
                </c:pt>
                <c:pt idx="7">
                  <c:v>0.0068914084608</c:v>
                </c:pt>
                <c:pt idx="8">
                  <c:v>0.0036246867552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0.031177045152</c:v>
                </c:pt>
                <c:pt idx="1">
                  <c:v>0.0603662005728</c:v>
                </c:pt>
                <c:pt idx="2">
                  <c:v>0.0973088538912</c:v>
                </c:pt>
                <c:pt idx="3">
                  <c:v>0.1419663267648</c:v>
                </c:pt>
                <c:pt idx="4">
                  <c:v>0.1934722988352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0.0211369142304</c:v>
                </c:pt>
                <c:pt idx="1">
                  <c:v>0.038606321952</c:v>
                </c:pt>
                <c:pt idx="2">
                  <c:v>0.0589702643712</c:v>
                </c:pt>
                <c:pt idx="3">
                  <c:v>0.0821829898368</c:v>
                </c:pt>
                <c:pt idx="4">
                  <c:v>0.108158823936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0.0095277178368</c:v>
                </c:pt>
                <c:pt idx="1">
                  <c:v>0.02336795136</c:v>
                </c:pt>
                <c:pt idx="2">
                  <c:v>0.0412714307808</c:v>
                </c:pt>
                <c:pt idx="3">
                  <c:v>0.063696120768</c:v>
                </c:pt>
                <c:pt idx="4">
                  <c:v>0.091018996272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0.004442568768</c:v>
                </c:pt>
                <c:pt idx="1">
                  <c:v>0.0138975701184</c:v>
                </c:pt>
                <c:pt idx="2">
                  <c:v>0.0270229176</c:v>
                </c:pt>
                <c:pt idx="3">
                  <c:v>0.0442797470208</c:v>
                </c:pt>
                <c:pt idx="4">
                  <c:v>0.0661481787744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0.0045301298112</c:v>
                </c:pt>
                <c:pt idx="1">
                  <c:v>0.01088246016</c:v>
                </c:pt>
                <c:pt idx="2">
                  <c:v>0.019354851072</c:v>
                </c:pt>
                <c:pt idx="3">
                  <c:v>0.0302188824576</c:v>
                </c:pt>
                <c:pt idx="4">
                  <c:v>0.0437791606272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0.266</c:v>
                </c:pt>
                <c:pt idx="1">
                  <c:v>0.572</c:v>
                </c:pt>
                <c:pt idx="2">
                  <c:v>0.92</c:v>
                </c:pt>
                <c:pt idx="3">
                  <c:v>1.312</c:v>
                </c:pt>
                <c:pt idx="4">
                  <c:v>1.748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12.0</c:v>
                </c:pt>
                <c:pt idx="6">
                  <c:v>8.0</c:v>
                </c:pt>
                <c:pt idx="7">
                  <c:v>7.0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3.2</c:v>
                </c:pt>
                <c:pt idx="5">
                  <c:v>8.5</c:v>
                </c:pt>
                <c:pt idx="6">
                  <c:v>6.8</c:v>
                </c:pt>
                <c:pt idx="7">
                  <c:v>5.5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1.748</c:v>
                </c:pt>
                <c:pt idx="5">
                  <c:v>4.862</c:v>
                </c:pt>
                <c:pt idx="6">
                  <c:v>3.651</c:v>
                </c:pt>
                <c:pt idx="7">
                  <c:v>2.966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0.437</c:v>
                </c:pt>
                <c:pt idx="5">
                  <c:v>1.371</c:v>
                </c:pt>
                <c:pt idx="6">
                  <c:v>1.42</c:v>
                </c:pt>
                <c:pt idx="7">
                  <c:v>1.042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0.671846</c:v>
                </c:pt>
                <c:pt idx="1">
                  <c:v>0.381658</c:v>
                </c:pt>
                <c:pt idx="2">
                  <c:v>0.803555</c:v>
                </c:pt>
                <c:pt idx="3">
                  <c:v>0.628059</c:v>
                </c:pt>
                <c:pt idx="4">
                  <c:v>0.289876</c:v>
                </c:pt>
                <c:pt idx="5">
                  <c:v>0.032167</c:v>
                </c:pt>
                <c:pt idx="6">
                  <c:v>0.041391</c:v>
                </c:pt>
                <c:pt idx="7">
                  <c:v>0.026892</c:v>
                </c:pt>
                <c:pt idx="8">
                  <c:v>0.064443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0.043</c:v>
                </c:pt>
                <c:pt idx="1">
                  <c:v>0.086</c:v>
                </c:pt>
                <c:pt idx="2">
                  <c:v>0.139</c:v>
                </c:pt>
                <c:pt idx="3">
                  <c:v>0.2</c:v>
                </c:pt>
                <c:pt idx="4">
                  <c:v>0.271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0.077</c:v>
                </c:pt>
                <c:pt idx="1">
                  <c:v>0.16</c:v>
                </c:pt>
                <c:pt idx="2">
                  <c:v>0.264</c:v>
                </c:pt>
                <c:pt idx="3">
                  <c:v>0.391</c:v>
                </c:pt>
                <c:pt idx="4">
                  <c:v>0.54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0.111</c:v>
                </c:pt>
                <c:pt idx="1">
                  <c:v>0.24</c:v>
                </c:pt>
                <c:pt idx="2">
                  <c:v>0.411</c:v>
                </c:pt>
                <c:pt idx="3">
                  <c:v>0.629</c:v>
                </c:pt>
                <c:pt idx="4">
                  <c:v>0.898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0.54Q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73%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9.7x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7.5x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7.7x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0.27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7.0x,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