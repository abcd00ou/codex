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2026-04-30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(2026 현재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112.7T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0.77M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61.4PB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978MW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37.5T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255,310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325.3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12.6T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85,784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109.3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115,741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147.5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28.8T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196,078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249.8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CoWoS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Power_DC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레이어별 가동률 (2026년 Q1 현재)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444191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444191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41333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98548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2073859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975104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530705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$200B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+51%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$190B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+71%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$190B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+66%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$135B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$30B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$120B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$143B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$236B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$356B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$765B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합산 CapEx: $154B (2022) → $340B (2025실적) → $407B (2026가이던스)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 CoWoS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99%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99%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Amkor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99%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2026-2028 AI 수요 예측 시나리오 (기준일: 2026-03-24)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78.9T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86.9T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96.4T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0.54M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0.59M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0.66M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43.0PB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47.4PB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52.5PB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684MW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754MW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836MW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112.7T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177.4T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281.0T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0.77M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1.21M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1.91M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61.4PB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96.6PB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153.0PB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978MW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1539MW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2437MW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169.1T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399.2T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948.3T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1.15M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2.72M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6.46M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92.1PB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217.4PB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516.5PB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1466MW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3463MW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8226MW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