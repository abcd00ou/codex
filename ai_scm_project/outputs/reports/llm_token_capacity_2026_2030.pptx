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tokens/day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Alibaba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0.259801314859008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0.108</c:v>
                </c:pt>
                <c:pt idx="1">
                  <c:v>0.257</c:v>
                </c:pt>
                <c:pt idx="2">
                  <c:v>0.488</c:v>
                </c:pt>
                <c:pt idx="3">
                  <c:v>0.832</c:v>
                </c:pt>
                <c:pt idx="4">
                  <c:v>1.327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0.19</c:v>
                </c:pt>
                <c:pt idx="1">
                  <c:v>0.464</c:v>
                </c:pt>
                <c:pt idx="2">
                  <c:v>0.9</c:v>
                </c:pt>
                <c:pt idx="3">
                  <c:v>1.566</c:v>
                </c:pt>
                <c:pt idx="4">
                  <c:v>2.554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0.277</c:v>
                </c:pt>
                <c:pt idx="1">
                  <c:v>0.703</c:v>
                </c:pt>
                <c:pt idx="2">
                  <c:v>1.411</c:v>
                </c:pt>
                <c:pt idx="3">
                  <c:v>2.537</c:v>
                </c:pt>
                <c:pt idx="4">
                  <c:v>4.269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Grid-Constrained / Efficiency-Upside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0.213</c:v>
                </c:pt>
                <c:pt idx="1">
                  <c:v>0.502</c:v>
                </c:pt>
                <c:pt idx="2">
                  <c:v>0.932</c:v>
                </c:pt>
                <c:pt idx="3">
                  <c:v>1.548</c:v>
                </c:pt>
                <c:pt idx="4">
                  <c:v>2.402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Contracted</c:v>
                </c:pt>
                <c:pt idx="1">
                  <c:v>Active</c:v>
                </c:pt>
                <c:pt idx="2">
                  <c:v>AI IT load</c:v>
                </c:pt>
                <c:pt idx="3">
                  <c:v>Inference</c:v>
                </c:pt>
                <c:pt idx="4">
                  <c:v>Training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47.8</c:v>
                </c:pt>
                <c:pt idx="1">
                  <c:v>36.6</c:v>
                </c:pt>
                <c:pt idx="2">
                  <c:v>26.311999999999998</c:v>
                </c:pt>
                <c:pt idx="3">
                  <c:v>20.055</c:v>
                </c:pt>
                <c:pt idx="4">
                  <c:v>6.258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tokens/day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Alibaba</c:v>
                </c:pt>
                <c:pt idx="5">
                  <c:v>Tencent</c:v>
                </c:pt>
                <c:pt idx="6">
                  <c:v>xAI</c:v>
                </c:pt>
                <c:pt idx="7">
                  <c:v>DeepSeek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0.259801314859008</c:v>
                </c:pt>
                <c:pt idx="5">
                  <c:v>0.167354927293824</c:v>
                </c:pt>
                <c:pt idx="6">
                  <c:v>0.125620159296096</c:v>
                </c:pt>
                <c:pt idx="7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Bear</c:v>
                </c:pt>
                <c:pt idx="1">
                  <c:v>Base</c:v>
                </c:pt>
                <c:pt idx="2">
                  <c:v>Bull</c:v>
                </c:pt>
                <c:pt idx="3">
                  <c:v>Grid-constrained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0.484</c:v>
                </c:pt>
                <c:pt idx="1">
                  <c:v>0.564</c:v>
                </c:pt>
                <c:pt idx="2">
                  <c:v>0.614</c:v>
                </c:pt>
                <c:pt idx="3">
                  <c:v>0.584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Bear</c:v>
                </c:pt>
                <c:pt idx="1">
                  <c:v>Base</c:v>
                </c:pt>
                <c:pt idx="2">
                  <c:v>Bull</c:v>
                </c:pt>
                <c:pt idx="3">
                  <c:v>Grid-constrained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0.662</c:v>
                </c:pt>
                <c:pt idx="1">
                  <c:v>0.762</c:v>
                </c:pt>
                <c:pt idx="2">
                  <c:v>0.842</c:v>
                </c:pt>
                <c:pt idx="3">
                  <c:v>0.802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EXECUTIVE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Model-owner 기준으로 OpenAI, Google, Meta, Microsoft, xAI, DeepSeek, Alibaba, Tencent의 inference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Base tokens/day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2.55Q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8개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Base inference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20.1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inference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Base inference share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GW·inference split·tokens/MW는 명시적 scenario로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Executive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Base case는 2026 0.19Q/day에서 2030 2.55Q/day로 확대되지만, 신뢰도는 capacity activation과 serving efficiency에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 Base token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 inference 60%+는 공식 fact가 아니므로 Base는 56%, Bull만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 Base inference share 76%는 commercial serving 확대를 반영하되, training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parameter evidence가 강하지만, active capacity transparency는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Base company ranking,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efficiency의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active power와 AI IT load를 거쳐 inference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Contracted power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Active power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Inference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training/inference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Tokens/day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inference_tokens_per_day = inference_gw × 1,000 × tokens_per_second_per_mw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token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token capacity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Bull/Base/Bear는 deployment speed, inference mix, MoE/serving efficiency를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Bear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1.33Q/day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share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Base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2.55Q/day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share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Bull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4.27Q/day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share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Grid-Constrained / Efficiency-Upside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2.40Q/day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share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Base power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Token capacity는 contracted power가 아니라 inference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Contracted → Active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Inference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Base 2030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Training remains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not assumed to vanish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Base token capacity by model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Host capacity is attributed back to the model owner where model ownership is clear.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overlap: OpenAI model output is counted under OpenAI model-owner logic; Microsoft row captures Microsoft-owned/serving burden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anchors tighten the model, but do not replace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Public facts constrain model size and capacity ceilings; active GW and utilization remain estimates.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4.5GW Oracle + 10GW Stargate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ceiling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efficiency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efficiency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 with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 listed in Excel 01_sources and 02a_fact_anchors | generated 2026-05-14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Inference share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The model no longer treats 2026 60%+ inference GW as a fact.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Base 2026: 56%, below 60%.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Bull 2026: 61%, allowed as upside scenario only.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Base 2030: 76%, reflecting commercial serving growth.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Training capacity remains material in every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Model-owner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rows are commercial LLM owners, not datacenter hosts.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US scaled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US challenger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China model owners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Memory marketing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Token capacity growth converts into allocation, qualification, and attach-rate motions.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Inference fleet growth → CPU-side memory density and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High-utilization inference clusters → memory expansion and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Recommended sales motion: account brief by model owner, proof pack by memory product, and pricing/mix argument tied to scenario envelope.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Evidence confidence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Strongest evidence is model size and announced capacity; weakest is active serving utilization.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High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Official model cards / technical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Medium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Official capacity or hardware announcements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Low-Medium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 and inference/training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requires telemetry or site-level disclosure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 and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benchmarked as scenario, not company 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and measured tokens/sec/MW by model/context.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Appendix: exact calculation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The workbook contains the full auditable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every equation and how it should be interpreted.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checked public numeric anchors, confidence, and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08a/08b/08c: scenario definitions, company-year scenario forecast, and aggregate scenario summary.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 does not exceed contracted power; training+inference equals 100%; displayed values recalculate token/day exactly.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Source-backed simulation | Fact / Estimate / Scenario separated | generated 2026-05-14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